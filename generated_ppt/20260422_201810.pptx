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信息技术基础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认识计算机系统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计算机的组成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计算机硬件组成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主机箱内部主要部件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软件系统分类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操作系统功能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应用软件类型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Windows基本操作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桌面和窗口操作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窗口基本操作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开始菜单使用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文件和文件夹管理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文件基本操作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文件夹管理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网络基础知识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网络连接与浏览器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网络连接方式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浏览器基本操作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网络安全常识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密码安全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防范网络诈骗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掌握计算机基本操作和文件管理技能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信息技术基础</dc:title>
  <dc:subject>PptxGenJS Presentation</dc:subject>
  <dc:creator>MiniMax Agent</dc:creator>
  <cp:lastModifiedBy>MiniMax Agent</cp:lastModifiedBy>
  <cp:revision>1</cp:revision>
  <dcterms:created xsi:type="dcterms:W3CDTF">2026-04-22T12:18:10Z</dcterms:created>
  <dcterms:modified xsi:type="dcterms:W3CDTF">2026-04-22T12:18:10Z</dcterms:modified>
</cp:coreProperties>
</file>