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Python编程基础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编程初体验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认识编程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编程的定义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编程在各领域的应用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Python简介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Python语言特点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Python应用领域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变量与数据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变量的使用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变量概念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变量命名规范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整数和浮点数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字符串类型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数据类型转换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类型转换函数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转换注意事项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运算符基础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算术运算符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基本算术运算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运算优先级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比较与逻辑运算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比较运算符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逻辑运算符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实战练习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小程序编写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程序设计思路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代码编写规范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练习与答疑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练习完成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问题解答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学生能够理解编程基本概念，掌握Python基础语法并能编写简单的程序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Python编程基础</dc:title>
  <dc:subject>PptxGenJS Presentation</dc:subject>
  <dc:creator>MiniMax Agent</dc:creator>
  <cp:lastModifiedBy>MiniMax Agent</cp:lastModifiedBy>
  <cp:revision>1</cp:revision>
  <dcterms:created xsi:type="dcterms:W3CDTF">2026-04-22T12:21:43Z</dcterms:created>
  <dcterms:modified xsi:type="dcterms:W3CDTF">2026-04-22T12:21:43Z</dcterms:modified>
</cp:coreProperties>
</file>