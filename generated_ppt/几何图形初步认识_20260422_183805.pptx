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几何图形初步认识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目录</a:t>
            </a:r>
            <a:endParaRPr lang="en-US" sz="4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第1章 几何图形基础知识</a:t>
            </a:r>
            <a:endParaRPr lang="en-US"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认识常见几何图形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点线面体的概念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常见几何图形识别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几何图形的分类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按维度分类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按形状特征分类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几何图形在生活中的应用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生活中的几何现象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几何知识的实际意义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第2章 线段与角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认识线段和射线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线段射线直线的定义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符号表示方法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角的定义与表示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角的定义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角度制与弧度制基础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角的度量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量角器的使用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角度的比较与计算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第3章 平面图形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三角形的基本概念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三角形的分类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三角形内角和定理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四边形的认识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特殊四边形的定义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四边形之间的关系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第4章 几何作图基础</a:t>
            </a:r>
            <a:endParaRPr lang="en-US" sz="4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使用直尺和圆规作图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直尺的使用规范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圆规的基本操作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简单几何作图实例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作图步骤的规范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图形准确性检验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总结</a:t>
            </a:r>
            <a:endParaRPr lang="en-US" sz="4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课程回顾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掌握基本几何图形的识别、分类及简单几何作图技能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几何图形初步认识</dc:title>
  <dc:subject>PptxGenJS Presentation</dc:subject>
  <dc:creator>MiniMax Agent</dc:creator>
  <cp:lastModifiedBy>MiniMax Agent</cp:lastModifiedBy>
  <cp:revision>1</cp:revision>
  <dcterms:created xsi:type="dcterms:W3CDTF">2026-04-22T10:38:05Z</dcterms:created>
  <dcterms:modified xsi:type="dcterms:W3CDTF">2026-04-22T10:38:05Z</dcterms:modified>
</cp:coreProperties>
</file>