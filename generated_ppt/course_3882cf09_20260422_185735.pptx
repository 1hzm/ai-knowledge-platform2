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Python编程基础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Python基础入门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Python简介与开发环境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Python语言特点与应用场景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Anaconda环境安装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Pycharm编辑器使用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变量与数据类型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变量命名规范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基本数据类型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类型转换函数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控制结构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条件语句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if语句基本语法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多分支结构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条件表达式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循环结构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for循环用法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while循环用法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循环控制语句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函数与模块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函数定义与调用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def语句定义函数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参数默认值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return返回值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模块与标准库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import导入模块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from...import语法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常用标准库函数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数据结构基础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列表与元组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列表基本操作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索引与切片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列表推导式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字典与集合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字典的创建与访问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集合的基本运算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数据结构选择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掌握Python基础语法和编程思维，能够独立编写简单的Python程序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Python编程基础</dc:title>
  <dc:subject>PptxGenJS Presentation</dc:subject>
  <dc:creator>MiniMax Agent</dc:creator>
  <cp:lastModifiedBy>MiniMax Agent</cp:lastModifiedBy>
  <cp:revision>1</cp:revision>
  <dcterms:created xsi:type="dcterms:W3CDTF">2026-04-22T10:57:35Z</dcterms:created>
  <dcterms:modified xsi:type="dcterms:W3CDTF">2026-04-22T10:57:35Z</dcterms:modified>
</cp:coreProperties>
</file>