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Python编程基础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第一章 Python入门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Python简介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•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 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P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y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t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h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o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n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是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一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种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高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级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编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程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语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言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•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 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简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洁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易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学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Python编程基础</dc:title>
  <dc:subject>PptxGenJS Presentation</dc:subject>
  <dc:creator>MiniMax Agent</dc:creator>
  <cp:lastModifiedBy>MiniMax Agent</cp:lastModifiedBy>
  <cp:revision>1</cp:revision>
  <dcterms:created xsi:type="dcterms:W3CDTF">2026-04-22T10:12:58Z</dcterms:created>
  <dcterms:modified xsi:type="dcterms:W3CDTF">2026-04-22T10:12:58Z</dcterms:modified>
</cp:coreProperties>
</file>