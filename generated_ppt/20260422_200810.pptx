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英语字母基础课程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字母认知入门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认识字母Aa-Ff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字母形态识别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元音字母发音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字母书写练习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大写字母书写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小写字母书写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字母进阶学习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认识字母Gg-Ll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辅音字母发音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字母组合规律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字母书写练习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字母连写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书写速度提升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字母系统掌握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认识字母Mm-Rr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字母形态辨析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发音规则记忆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字母游戏互动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字母配对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听音辨字母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字母综合提升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认识字母Ss-Zz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字母序列记忆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完整字母表背诵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26字母综合复习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字母顺序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大小写对应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基础发音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掌握26个英文字母的认读、书写和基本发音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英语字母基础课程</dc:title>
  <dc:subject>PptxGenJS Presentation</dc:subject>
  <dc:creator>MiniMax Agent</dc:creator>
  <cp:lastModifiedBy>MiniMax Agent</cp:lastModifiedBy>
  <cp:revision>1</cp:revision>
  <dcterms:created xsi:type="dcterms:W3CDTF">2026-04-22T12:08:10Z</dcterms:created>
  <dcterms:modified xsi:type="dcterms:W3CDTF">2026-04-22T12:08:10Z</dcterms:modified>
</cp:coreProperties>
</file>