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数字素养基础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目录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第1章 计算机基础知识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认识计算机组成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硬件组成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软件概念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操作系统入门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桌面操作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文件管理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第2章 文字处理与文档编辑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Word基础操作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文档创建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格式设置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保存打印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图文排版技巧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插入图片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表格制作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第3章 网络应用基础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浏览器与搜索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网址访问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搜索引擎使用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电子邮件使用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邮箱注册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附件发送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第4章 网络安全与规范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网络安全意识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密码安全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防诈骗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网络道德与法规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文明上网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版权意识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总结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课程回顾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掌握基本计算机操作技能和网络安全意识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数字素养基础</dc:title>
  <dc:subject>PptxGenJS Presentation</dc:subject>
  <dc:creator>MiniMax Agent</dc:creator>
  <cp:lastModifiedBy>MiniMax Agent</cp:lastModifiedBy>
  <cp:revision>1</cp:revision>
  <dcterms:created xsi:type="dcterms:W3CDTF">2026-04-22T11:56:32Z</dcterms:created>
  <dcterms:modified xsi:type="dcterms:W3CDTF">2026-04-22T11:56:32Z</dcterms:modified>
</cp:coreProperties>
</file>