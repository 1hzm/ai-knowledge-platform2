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信息技术基础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目录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第1章 计算机基础知识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计算机发展简史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计算机发展五个阶段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各阶段代表机型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发展趋势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计算机系统组成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计算机五大部件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硬件与软件关系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系统软件与应用软件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第2章 操作系统基础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Windows基本操作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桌面图标操作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窗口基本操作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任务栏使用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文件与文件夹管理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文件命名规则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文件夹操作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路径概念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第3章 网络基础应用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认识互联网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互联网与万维网区别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IP地址基础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域名概念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浏览器的基本使用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网址输入与访问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收藏夹使用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网页导航操作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第4章 信息安全与伦理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计算机安全基础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病毒防范措施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密码安全原则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数据备份意识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网络道德与规范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网络文明用语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知识产权保护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合理安排上网时间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总结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课程回顾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学生能够掌握计算机基本操作技能和信息技术基础知识，具备初步的信息处理能力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信息技术基础</dc:title>
  <dc:subject>PptxGenJS Presentation</dc:subject>
  <dc:creator>MiniMax Agent</dc:creator>
  <cp:lastModifiedBy>MiniMax Agent</cp:lastModifiedBy>
  <cp:revision>1</cp:revision>
  <dcterms:created xsi:type="dcterms:W3CDTF">2026-04-22T10:59:11Z</dcterms:created>
  <dcterms:modified xsi:type="dcterms:W3CDTF">2026-04-22T10:59:11Z</dcterms:modified>
</cp:coreProperties>
</file>