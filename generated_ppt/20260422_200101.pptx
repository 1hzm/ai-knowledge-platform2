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Java编程基础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Java概述与环境搭建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Java简介与发展历程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Java发展历程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Java技术体系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Java应用场景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JDK安装与配置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JDK下载安装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环境变量配置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HelloWorld程序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Java基础语法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数据类型与变量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基本数据类型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变量声明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类型转换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运算符与表达式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算术运算符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关系运算符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逻辑运算符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控制结构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条件判断语句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if语句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if-else结构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switch语句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循环结构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for循环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while循环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循环嵌套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面向对象基础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类与对象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对象创建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成员变量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封装与构造方法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访问修饰符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构造方法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this关键字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简单类设计实践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类设计思路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代码实现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程序测试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掌握Java编程基础，能够独立编写简单的Java程序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Java编程基础</dc:title>
  <dc:subject>PptxGenJS Presentation</dc:subject>
  <dc:creator>MiniMax Agent</dc:creator>
  <cp:lastModifiedBy>MiniMax Agent</cp:lastModifiedBy>
  <cp:revision>1</cp:revision>
  <dcterms:created xsi:type="dcterms:W3CDTF">2026-04-22T12:01:01Z</dcterms:created>
  <dcterms:modified xsi:type="dcterms:W3CDTF">2026-04-22T12:01:01Z</dcterms:modified>
</cp:coreProperties>
</file>