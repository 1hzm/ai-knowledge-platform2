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数字123的认识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目录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第1章 认识数字1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数字1像什么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数字1的形状像铅笔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数字1的书写顺序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1的数量概念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一个物体的计数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数字1与数量的对应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第2章 认识数字2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数字2像什么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数字2的形状像天鹅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数字2的书写顺序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2的数量概念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两个物体的计数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数字2与数量的对应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第3章 认识数字3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数字3像什么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数字3的形状像耳朵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数字3的书写顺序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3的数量概念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三个物体的计数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数字3与数量的对应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第4章 数字1、2、3的综合运用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数字的比较与区分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1&lt;2&lt;3的大小关系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区分三个数字的不同特征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总结</a:t>
            </a:r>
            <a:endParaRPr lang="en-US" sz="4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课程回顾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学生能够正确认识数字1、2、3，理解其数量含义，并能进行基本的大小比较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数字123的认识</dc:title>
  <dc:subject>PptxGenJS Presentation</dc:subject>
  <dc:creator>MiniMax Agent</dc:creator>
  <cp:lastModifiedBy>MiniMax Agent</cp:lastModifiedBy>
  <cp:revision>1</cp:revision>
  <dcterms:created xsi:type="dcterms:W3CDTF">2026-04-22T11:50:57Z</dcterms:created>
  <dcterms:modified xsi:type="dcterms:W3CDTF">2026-04-22T11:50:57Z</dcterms:modified>
</cp:coreProperties>
</file>